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object-oriented console application demonstrating encapsulation, abstraction, inheritance, polymorphism, and core Python engineering practices.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F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  •   library.py   •   models.py   •   file_handler.py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console app for managing a book catalog, members, and borrow/return transactions.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1881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Management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remove, and search books and eBooks in the library catalog.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34840" y="18288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21881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Return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63440" y="2606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borrowing with due dates, automatic fine calculation for late returns.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321040" y="18288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399" y="218815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Records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49640" y="2606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keeps an encapsulated, immutable snapshot of borrowed titles.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406267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904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4480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alerts, category breakdowns, and outstanding fines summaries.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34840" y="37033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3931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199" y="406267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3904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63440" y="4480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state and transaction history are saved to JSON and log files.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321040" y="37033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9640" y="3931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0399" y="406267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9720" y="3904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Error Handling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549640" y="4480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 catch invalid operations before they corrupt data.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modules, each with a single, clear responsibility.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0F7F7"/>
          </a:solidFill>
          <a:ln w="12700">
            <a:solidFill>
              <a:srgbClr val="DC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02536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154692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0" y="1965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menu loop, user I/O, input validation, and top-level exception handling.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B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054096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96" y="3206252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library.py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114800" y="3017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class — orchestrates the catalog, members, search, and reporting logic.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0F7F7"/>
          </a:solidFill>
          <a:ln w="12700">
            <a:solidFill>
              <a:srgbClr val="DCEB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105656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96" y="4257812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69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114800" y="4069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classes — LibraryItem (abstract), Book, EBook, Member, Transaction.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02920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B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5157216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6" y="5309372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120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file_handler.py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114800" y="5120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the JSON catalog and the plain-text transaction log to disk.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main.py  →  library.py  →  models.py  /  file_handler.py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pillars of OOP are used deliberately in models.py.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0A3F41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2860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095" y="24761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7490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attributes (_title, _copies) exposed only through validated properties.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196596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0A3F41"/>
          </a:solidFill>
          <a:ln/>
        </p:spPr>
      </p:sp>
      <p:sp>
        <p:nvSpPr>
          <p:cNvPr id="11" name="Shape 8"/>
          <p:cNvSpPr/>
          <p:nvPr/>
        </p:nvSpPr>
        <p:spPr>
          <a:xfrm>
            <a:off x="4347972" y="22860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167" y="247619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93592" y="37490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LibraryItem is an ABC — it hides implementation detail behind get_details().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72784" y="196596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0A3F41"/>
          </a:solidFill>
          <a:ln/>
        </p:spPr>
      </p:sp>
      <p:sp>
        <p:nvSpPr>
          <p:cNvPr id="16" name="Shape 12"/>
          <p:cNvSpPr/>
          <p:nvPr/>
        </p:nvSpPr>
        <p:spPr>
          <a:xfrm>
            <a:off x="7210044" y="22860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239" y="247619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9944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37490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and EBook inherit shared behavior from LibraryItem / Book.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34856" y="196596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0A3F41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72116" y="22860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311" y="247619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17736" y="37490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vs. EBook run different code for the same is_available() call.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0F7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with the logic that protects it — and hiding the rest.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like _title and _copies use a leading underscore to signal “internal use only.”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 goes through @property getters (title, category, copies).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go through a @copies.setter that validates before mutating state.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Member._borrowed_books stays private; borrowed_books returns an immutable tuple copy.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0B2E30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37960" y="21945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Book(LibraryItem):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title,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category, copies):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super().__init__(title,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category)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self._copies = copies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@copies.setter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copies(self, value):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value &lt; 0: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ValueError(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"Copies cannot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be negative")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self._copies = value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0F7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what an object does, while hiding how it does it.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LibraryItem extends Python's ABC and can never be instantiated directly.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get_details() is marked @abstractmethod — every subclass must supply its own version.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code (main.py) just calls book.get_details() without knowing whether it's a Book or an EBook.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the menu logic in main.py simple and decoupled from catalog internals.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0B2E30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37960" y="21945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LibraryItem(ABC):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@abstractmethod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get_details(self):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"""Subclasses MUST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override this."""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NotImplementedError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LibraryItem(...) -&gt; TypeError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Book/EBook can be created;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defines its own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get_details() body.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Python Concepts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OOP, the project showcases a broad slice of core Python.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1424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842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errors (BookNotFoundError, BookUnavailableError) plus try/except/finally in file I/O.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21424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9842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63440" y="25603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catalog persistence and append-mode transaction logging via context managers (with).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399" y="214243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19842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549640" y="25603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map(), filter(), lambda, sorted(key=...), and list/set/dict comprehensions throughout library.py.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401695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858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4348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low_stock_report() uses yield to stream results without building an intermediate list.</a:t>
            </a:r>
            <a:endParaRPr lang="en-US" sz="1020" dirty="0"/>
          </a:p>
        </p:txBody>
      </p:sp>
      <p:sp>
        <p:nvSpPr>
          <p:cNvPr id="24" name="Shape 18"/>
          <p:cNvSpPr/>
          <p:nvPr/>
        </p:nvSpPr>
        <p:spPr>
          <a:xfrm>
            <a:off x="4434840" y="36576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3886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199" y="401695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3858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63440" y="44348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Dicts, lists, tuples, and sets each chosen deliberately — e.g. tuples for immutable snapshots.</a:t>
            </a:r>
            <a:endParaRPr lang="en-US" sz="1020" dirty="0"/>
          </a:p>
        </p:txBody>
      </p:sp>
      <p:sp>
        <p:nvSpPr>
          <p:cNvPr id="29" name="Shape 22"/>
          <p:cNvSpPr/>
          <p:nvPr/>
        </p:nvSpPr>
        <p:spPr>
          <a:xfrm>
            <a:off x="8321040" y="36576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9640" y="3886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0399" y="401695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9720" y="3858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Scope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549640" y="44348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demonstrates global vs. local scope with the total_actions counter.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 to run and maintain the application.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0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2338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488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 (uses dataclass-free ABC &amp; typing-friendly syntax)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 only — no external pip packages required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OS: Windows, macOS, or Linux with a terminal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 GB RAM, &lt; 10 MB disk space for code + data files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access to a local /data directory (JSON + log files)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editor or IDE (VS Code, PyCharm) for development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0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719" y="223387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1488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0" y="27889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remove, search, and list catalog items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and return books with automatic overdue fines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catalog and transactions across restarts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validated inputs reject negative copy counts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numbered menu, clear error messages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Maintainability: single-responsibility modules, ABC-enforced contracts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runs of the console application.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617720" cy="4160520"/>
          </a:xfrm>
          <a:prstGeom prst="roundRect">
            <a:avLst>
              <a:gd name="adj" fmla="val 1538"/>
            </a:avLst>
          </a:prstGeom>
          <a:solidFill>
            <a:srgbClr val="042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1250" dirty="0"/>
          </a:p>
        </p:txBody>
      </p:sp>
      <p:pic>
        <p:nvPicPr>
          <p:cNvPr id="6" name="Image 0" descr="men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141" y="2331720"/>
            <a:ext cx="4060718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1828800"/>
            <a:ext cx="6126480" cy="1865981"/>
          </a:xfrm>
          <a:prstGeom prst="roundRect">
            <a:avLst>
              <a:gd name="adj" fmla="val 3430"/>
            </a:avLst>
          </a:prstGeom>
          <a:solidFill>
            <a:srgbClr val="042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19659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Availability</a:t>
            </a:r>
            <a:endParaRPr lang="en-US" sz="1250" dirty="0"/>
          </a:p>
        </p:txBody>
      </p:sp>
      <p:pic>
        <p:nvPicPr>
          <p:cNvPr id="9" name="Image 1" descr="checkavai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331720"/>
            <a:ext cx="5577840" cy="118018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0" y="4014821"/>
            <a:ext cx="6126480" cy="1909510"/>
          </a:xfrm>
          <a:prstGeom prst="roundRect">
            <a:avLst>
              <a:gd name="adj" fmla="val 3352"/>
            </a:avLst>
          </a:prstGeom>
          <a:solidFill>
            <a:srgbClr val="042A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715000" y="4151981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— Book Not Found</a:t>
            </a:r>
            <a:endParaRPr lang="en-US" sz="1250" dirty="0"/>
          </a:p>
        </p:txBody>
      </p:sp>
      <p:pic>
        <p:nvPicPr>
          <p:cNvPr id="12" name="Image 2" descr="notfoun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17741"/>
            <a:ext cx="5577840" cy="12237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4206240" cy="420624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75072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demonstrates a clean, well-encapsulated OOP design that is easy to extend.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0A3F4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Library in a Flask or Tkinter front end.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02152" y="2468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0A3F41"/>
          </a:solidFill>
          <a:ln/>
        </p:spPr>
      </p:sp>
      <p:sp>
        <p:nvSpPr>
          <p:cNvPr id="12" name="Text 9"/>
          <p:cNvSpPr/>
          <p:nvPr/>
        </p:nvSpPr>
        <p:spPr>
          <a:xfrm>
            <a:off x="3685032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685032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Backend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85032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JSON persistence for SQLite/PostgreSQL.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64224" y="2468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0A3F41"/>
          </a:solidFill>
          <a:ln/>
        </p:spPr>
      </p:sp>
      <p:sp>
        <p:nvSpPr>
          <p:cNvPr id="16" name="Text 13"/>
          <p:cNvSpPr/>
          <p:nvPr/>
        </p:nvSpPr>
        <p:spPr>
          <a:xfrm>
            <a:off x="6547104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47104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47104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librarian vs. member login roles.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226296" y="2468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0A3F41"/>
          </a:solidFill>
          <a:ln/>
        </p:spPr>
      </p:sp>
      <p:sp>
        <p:nvSpPr>
          <p:cNvPr id="20" name="Text 17"/>
          <p:cNvSpPr/>
          <p:nvPr/>
        </p:nvSpPr>
        <p:spPr>
          <a:xfrm>
            <a:off x="9409176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409176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409176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Library, models, and file_handler with pytest.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 - Project Overview</dc:title>
  <dc:subject>PptxGenJS Presentation</dc:subject>
  <dc:creator>Library Management System</dc:creator>
  <cp:lastModifiedBy>Library Management System</cp:lastModifiedBy>
  <cp:revision>1</cp:revision>
  <dcterms:created xsi:type="dcterms:W3CDTF">2026-07-03T06:38:10Z</dcterms:created>
  <dcterms:modified xsi:type="dcterms:W3CDTF">2026-07-03T06:38:10Z</dcterms:modified>
</cp:coreProperties>
</file>